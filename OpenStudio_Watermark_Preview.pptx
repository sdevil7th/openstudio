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5e2c40bd1c43e8" /><Relationship Type="http://schemas.openxmlformats.org/officeDocument/2006/relationships/extended-properties" Target="/docProps/app.xml" Id="Rd4c40913e6c04de4" /><Relationship Type="http://schemas.openxmlformats.org/officeDocument/2006/relationships/officeDocument" Target="/ppt/presentation.xml" Id="R889b7fc7c808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a2826a42b94133"/>
  </p:sldMasterIdLst>
  <p:notesMasterIdLst>
    <p:notesMasterId xmlns:r="http://schemas.openxmlformats.org/officeDocument/2006/relationships" r:id="Rfaa70eac160144ac"/>
  </p:notesMasterIdLst>
  <p:sldIdLst>
    <p:sldId xmlns:r="http://schemas.openxmlformats.org/officeDocument/2006/relationships" id="256" r:id="R26ec9508106d41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91b39966f498f" /><Relationship Type="http://schemas.openxmlformats.org/officeDocument/2006/relationships/slideMaster" Target="/ppt/slideMasters/slideMaster1.xml" Id="R44a2826a42b94133" /><Relationship Type="http://schemas.openxmlformats.org/officeDocument/2006/relationships/notesMaster" Target="/ppt/notesMasters/notesMaster1.xml" Id="Rfaa70eac160144ac" /><Relationship Type="http://schemas.openxmlformats.org/officeDocument/2006/relationships/presProps" Target="/ppt/presProps.xml" Id="Rfa774bff58864430" /><Relationship Type="http://schemas.openxmlformats.org/officeDocument/2006/relationships/tableStyles" Target="/ppt/tableStyles.xml" Id="Rd7fa9e500cab4815" /><Relationship Type="http://schemas.openxmlformats.org/officeDocument/2006/relationships/slide" Target="/ppt/slides/slide1.xml" Id="R26ec9508106d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ceb99697984e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20d7469d884d7f" /><Relationship Type="http://schemas.openxmlformats.org/officeDocument/2006/relationships/notesMaster" Target="/ppt/notesMasters/notesMaster1.xml" Id="R626fa258ff42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https://chartmogul.com/blog/freemium-business-model/</a:t>
            </a:r>
          </a:p>
          <a:p xmlns:a="http://schemas.openxmlformats.org/drawingml/2006/main">
            <a:r>
              <a:t>- https://openviewpartners.com/blog/your-guide-to-product-led-growth-benchmarks/</a:t>
            </a:r>
          </a:p>
          <a:p xmlns:a="http://schemas.openxmlformats.org/drawingml/2006/main">
            <a:r>
              <a:t>- Internal: OpenStudio Year 1 funnel is a management projection.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Internal: Watermark preview uses the authentic repository logo, centered at 360 × 360 px and visually reduced to approximately 7% strength.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d63138e2d4e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b68d068ccd40b1" /><Relationship Type="http://schemas.openxmlformats.org/officeDocument/2006/relationships/slideLayout" Target="/ppt/slideLayouts/slideLayout1.xml" Id="R39261ae251ce4c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261ae251ce4c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4bdd5c5804bdd" /><Relationship Type="http://schemas.openxmlformats.org/officeDocument/2006/relationships/image" Target="/ppt/media/image.png" Id="R642f20ed82e24b00" /><Relationship Type="http://schemas.openxmlformats.org/officeDocument/2006/relationships/notesSlide" Target="/ppt/notesSlides/notesSlide1.xml" Id="Rc5a056799ae545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9 title">
            <a:extLst xmlns:a="http://schemas.openxmlformats.org/drawingml/2006/main">
              <a:ext uri="{FF2B5EF4-FFF2-40B4-BE49-F238E27FC236}">
                <a16:creationId xmlns:a16="http://schemas.microsoft.com/office/drawing/2014/main" id="{168CA730-D4BC-4D1F-8DFB-A3CC450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Free acquisition creates paid conversion moments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D397A-2FEE-4494-9C21-1B2C68E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337757" y="3373755"/>
            <a:ext cx="11458575" cy="95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70B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7F9A9-2EB3-4A1E-871F-618D97E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5E3BA-EB76-4B24-B41F-61891220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  ACQUIRE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FE3B3-401D-47A7-A16B-D5D3B6A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A genuinely useful free studio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Creator colleges · guitar communities · regional-language educators · open-source 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4BC24-F60F-496B-9C38-AE88A0A5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32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E72F5-FBA2-426C-803E-1627C252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  ACTIVATE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E2B30-741F-4130-9A14-A1CE15C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First-session success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Record or import · create a variation · edit pitch / MIDI · shape a guitar 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6A952-7839-47B6-B6E7-4C1F783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17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B7AFA-3918-4A45-A176-EC7A23B4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03  CONVERT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0C967-2245-436F-8F96-5A864DE8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Pay at the value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Commercial AI · more compute · cloud collaboration · API access · premium plugins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CC456-D4F6-48C9-A87F-10C92E3A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91200"/>
            <a:ext cx="11401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D6304-D3F6-4F97-9789-F388E371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YEAR 1 BASE FUNNEL  —  180k registrations  ·  60k average MAU  ·  3.5% paid 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4A4C7-1CED-46DF-B050-5A6B6AED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7862B-D35F-42D9-AAAC-C770AF41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40" name="OpenStudio centered watermark — 7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f20ed82e24b00"/>
          <a:stretch xmlns:a="http://schemas.openxmlformats.org/drawingml/2006/main"/>
        </p:blipFill>
        <p:spPr>
          <a:xfrm xmlns:a="http://schemas.openxmlformats.org/drawingml/2006/main">
            <a:off x="4381500" y="1714500"/>
            <a:ext cx="3429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11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2026-07-27T21:56:50.1530000Z</dcterms:created>
  <dcterms:modified xsi:type="dcterms:W3CDTF">2026-07-27T21:56:50.1530000Z</dcterms:modified>
</coreProperties>
</file>